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68CAB-4AD5-8FC8-7E91-30B6FF6D6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68EAF7-D69B-54DE-7050-2FB830708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3B9A6-AC2C-CF84-CAF3-F0FA8D17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611EDD-589B-0BA0-E4DC-A7CA95DA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62B332-AEF5-C967-B57E-917DBF49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2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CB70C-9338-92AF-93AB-1F678A7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8055E0-946C-756A-5D12-5B34A069E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8131B-183C-D18D-9AF2-88F98A9A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9DAB8-8277-7BC5-8C62-A84D8F08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3B2D29-28B1-9575-FF34-C5C133C0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42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DCB1D-020D-6528-4944-B97BFF4F4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BE2098-9DB9-3771-33DE-CC5E7ED84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5DA510-1F76-8FB4-4598-877F5D755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A6474-C41D-79AC-AC68-AD4CB4DF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4C1E0B-4AB8-FEE3-E19A-F4C9B338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21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2858-A554-53FE-5F7B-6F31721F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1B3440-DB76-DDCF-9ED9-8324A2AAA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2BACA0-82B1-6DE1-BE1C-D350E285F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A9D42-C05F-D26C-CD4A-5D9A9D23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80870D-3ABD-12B2-11F2-887644E2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A246FF-B0FA-6E41-E3B2-017BFA21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11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E660C-8C4B-ADC8-0283-337C0C762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32D222-3842-021C-F283-7B0F58DE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C600DE-6FB9-F8FD-A812-2110EE7B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F99C22-662A-2D34-5808-F87A5DFFA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062AD0-69EC-A48A-4D6D-AB466A75C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FBFC3-1223-6E7F-5AFE-125A1DF8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50B51F-EC8A-F46A-98B2-CB9D9D28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70F460-2511-7276-E7D4-CC1F1C93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2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63DC5-150F-421E-B7D5-CE08DE6A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081AD3-E78B-9422-89BB-259C1E81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07F03A-DBBA-4C0C-C087-FD8EAD58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B5E161-41AE-9FD0-67FF-4382C67A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64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4D81CF-6825-12AA-9720-7BBCF120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4C1B91-FD81-28CF-9F6F-91190FC3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99084-85C3-303D-67A4-5CE91EEC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74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73102-EC91-4FBA-DC89-01FEFE1F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DA0162-1303-CB83-0EA6-EECE77565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B5EA2B-1FA9-F68F-2B71-72D83D170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F99940-12E0-0E00-A2C4-1EF9D8E4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F3F487-DD83-2946-9770-BB41AA25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405788-011F-4497-4F07-764EF719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91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84E9B-4BC5-5516-0403-8BDED441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60C9C0-5745-7BB6-133B-F14CFFABC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A73689-404C-477B-520B-9A256BC07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DCA0B3-9627-48C6-372D-6AA42BC5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7927AE-E12A-174B-4384-78B26B0B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2729E6-3698-81AE-EE82-DFC01048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15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9B733-6F07-1EF5-E1DC-3D95EF97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5054C5-1EA1-762C-D8BF-6ABC62393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ACC09C-60A9-B103-B95A-8B991F86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96743-913B-7BB2-57FF-20FB0AAB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BC91-56AF-E3B8-60AD-3535A81A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82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665245-2CEE-0B19-268A-DE004F5FF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FDC13C-F045-7542-FF09-305387BD4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876D0-CC5E-72F3-F88A-BE5EEC97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67F985-4579-8033-1207-70B69424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40A6B-844A-B908-485C-3541EA95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13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D900BB-C99B-0AD3-1B13-1534201D0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BE674D-3F53-B738-8A23-0982C53CC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3265C-F627-612C-73BF-E7395E707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5BCA8-ADC5-498F-8E96-5E275321BF6D}" type="datetimeFigureOut">
              <a:rPr lang="ko-KR" altLang="en-US" smtClean="0"/>
              <a:t>2026-07-26-Sun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A1716F-C2E7-EA3E-448B-31405F748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3735D0-D486-C504-308A-357864417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AAAC-7A82-48F5-BD1B-321EF5AAA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8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515CC39-A0CE-38ED-1CC7-13226BCA92CE}"/>
              </a:ext>
            </a:extLst>
          </p:cNvPr>
          <p:cNvSpPr/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3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72F3-6425-A09A-DF52-59CE37E2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84A5553-8667-8EBD-B276-19E2F5A58ED3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D31EE50-C520-1560-D8E2-F20F275C904C}"/>
                </a:ext>
              </a:extLst>
            </p:cNvPr>
            <p:cNvSpPr/>
            <p:nvPr/>
          </p:nvSpPr>
          <p:spPr>
            <a:xfrm>
              <a:off x="2667000" y="0"/>
              <a:ext cx="6858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3AA3E6A-933A-832E-ABB1-FBFC98BF23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75" r="31075" b="6810"/>
            <a:stretch>
              <a:fillRect/>
            </a:stretch>
          </p:blipFill>
          <p:spPr>
            <a:xfrm>
              <a:off x="4227084" y="452285"/>
              <a:ext cx="3737831" cy="6135329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2CBA7029-A203-3319-BEB1-C74AB3094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79" b="65116"/>
          <a:stretch>
            <a:fillRect/>
          </a:stretch>
        </p:blipFill>
        <p:spPr>
          <a:xfrm>
            <a:off x="5113019" y="1630680"/>
            <a:ext cx="1965960" cy="3657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E62407A-38F2-A9CD-666B-C4FC5B4DE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71"/>
          <a:stretch>
            <a:fillRect/>
          </a:stretch>
        </p:blipFill>
        <p:spPr>
          <a:xfrm>
            <a:off x="5066316" y="1998980"/>
            <a:ext cx="2059367" cy="134124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4AD485C-0B83-E45D-6D52-9EF11430D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77889EF-3BC2-8EC7-D373-958C936E3E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6594" r="18148" b="82018"/>
          <a:stretch>
            <a:fillRect/>
          </a:stretch>
        </p:blipFill>
        <p:spPr>
          <a:xfrm>
            <a:off x="3911599" y="579327"/>
            <a:ext cx="4368800" cy="78096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3EDB9E4-19C3-8641-5A30-2E289BCC7E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64" y="2022392"/>
            <a:ext cx="1474470" cy="147447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CCB0063-FE82-4097-D029-AACD908753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4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유진 신</dc:creator>
  <cp:lastModifiedBy>유진 신</cp:lastModifiedBy>
  <cp:revision>10</cp:revision>
  <dcterms:created xsi:type="dcterms:W3CDTF">2026-07-26T12:01:11Z</dcterms:created>
  <dcterms:modified xsi:type="dcterms:W3CDTF">2026-07-26T14:45:42Z</dcterms:modified>
</cp:coreProperties>
</file>